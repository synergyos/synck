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ynck blank">
  <a:themeElements>
    <a:clrScheme name="Synck">
      <a:dk1>
        <a:srgbClr val="000000"/>
      </a:dk1>
      <a:lt1>
        <a:srgbClr val="FFFFFF"/>
      </a:lt1>
      <a:dk2>
        <a:srgbClr val="222222"/>
      </a:dk2>
      <a:lt2>
        <a:srgbClr val="EEEEEE"/>
      </a:lt2>
      <a:accent1>
        <a:srgbClr val="333333"/>
      </a:accent1>
      <a:accent2>
        <a:srgbClr val="555555"/>
      </a:accent2>
      <a:accent3>
        <a:srgbClr val="777777"/>
      </a:accent3>
      <a:accent4>
        <a:srgbClr val="999999"/>
      </a:accent4>
      <a:accent5>
        <a:srgbClr val="BBBBBB"/>
      </a:accent5>
      <a:accent6>
        <a:srgbClr val="DDDDDD"/>
      </a:accent6>
      <a:hlink>
        <a:srgbClr val="0000FF"/>
      </a:hlink>
      <a:folHlink>
        <a:srgbClr val="800080"/>
      </a:folHlink>
    </a:clrScheme>
    <a:fontScheme name="Syn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yn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Synck blank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2026-10-26T13:27:36Z</dcterms:modified>
</cp:coreProperties>
</file>